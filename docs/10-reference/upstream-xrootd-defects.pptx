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FD1C5"/>
                </a:solidFill>
                <a:latin typeface="Calibri"/>
              </a:rPr>
              <a:t>UPSTREAM XROOTD — DEVELOPMENT FINDINGS  | 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DF6"/>
                </a:solidFill>
                <a:latin typeface="Calibri"/>
              </a:rPr>
              <a:t>Confirmed upstream bugs (reproduced live)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712463" cy="214884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82296" cy="214884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00784"/>
            <a:ext cx="32552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FD1C5"/>
                </a:solidFill>
                <a:latin typeface="Calibri"/>
              </a:rPr>
              <a:t>A1  </a:t>
            </a:r>
            <a:r>
              <a:rPr sz="1450" b="1">
                <a:solidFill>
                  <a:srgbClr val="E8EDF6"/>
                </a:solidFill>
                <a:latin typeface="Calibri"/>
              </a:rPr>
              <a:t>XrdCl sync-call deadlock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57984"/>
            <a:ext cx="3255263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7BD"/>
                </a:solidFill>
                <a:latin typeface="Calibri"/>
              </a:rPr>
              <a:t>A synchronous XrdCl call blocks forever in XrdSysCondVar::Wait with no observable timeout. GIL released, so even a SIGALRM watchdog can't fire — an un-interruptible hang.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227832"/>
            <a:ext cx="32552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FD1C5"/>
                </a:solidFill>
                <a:latin typeface="Calibri"/>
              </a:rPr>
              <a:t>● LIVE  </a:t>
            </a:r>
            <a:r>
              <a:rPr sz="950" b="0">
                <a:solidFill>
                  <a:srgbClr val="C7F0EB"/>
                </a:solidFill>
                <a:latin typeface="Calibri"/>
              </a:rPr>
              <a:t>GDB backtrace; froze a 4,000-test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5695" y="1554480"/>
            <a:ext cx="3712463" cy="214884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5695" y="1554480"/>
            <a:ext cx="82296" cy="214884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1700784"/>
            <a:ext cx="32552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FD1C5"/>
                </a:solidFill>
                <a:latin typeface="Calibri"/>
              </a:rPr>
              <a:t>A2  </a:t>
            </a:r>
            <a:r>
              <a:rPr sz="1450" b="1">
                <a:solidFill>
                  <a:srgbClr val="E8EDF6"/>
                </a:solidFill>
                <a:latin typeface="Calibri"/>
              </a:rPr>
              <a:t>XrdCl dirlist framing corruption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157984"/>
            <a:ext cx="3255263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7BD"/>
                </a:solidFill>
                <a:latin typeface="Calibri"/>
              </a:rPr>
              <a:t>Under concurrent kXR_dirlist, a 2nd large response on a reused pooled connection desyncs the client parser → “Invalid response.” Module returned SUCCESS on the same load.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3227832"/>
            <a:ext cx="32552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FD1C5"/>
                </a:solidFill>
                <a:latin typeface="Calibri"/>
              </a:rPr>
              <a:t>● LIVE  </a:t>
            </a:r>
            <a:r>
              <a:rPr sz="950" b="0">
                <a:solidFill>
                  <a:srgbClr val="C7F0EB"/>
                </a:solidFill>
                <a:latin typeface="Calibri"/>
              </a:rPr>
              <a:t>Repeated across marathons, load-only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02750" y="1554480"/>
            <a:ext cx="3712463" cy="214884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02750" y="1554480"/>
            <a:ext cx="82296" cy="214884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4" y="1700784"/>
            <a:ext cx="32552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FD1C5"/>
                </a:solidFill>
                <a:latin typeface="Calibri"/>
              </a:rPr>
              <a:t>A3  </a:t>
            </a:r>
            <a:r>
              <a:rPr sz="1450" b="1">
                <a:solidFill>
                  <a:srgbClr val="E8EDF6"/>
                </a:solidFill>
                <a:latin typeface="Calibri"/>
              </a:rPr>
              <a:t>Reference daemons die under 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4" y="2157984"/>
            <a:ext cx="3255263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7BD"/>
                </a:solidFill>
                <a:latin typeface="Calibri"/>
              </a:rPr>
              <a:t>After a sustained marathon the stock xrootd/cmsd data-node daemons were found dead (proc count → 0); nginx workers survived. Thread-per-conn model meets fd/mem pressure.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4" y="3227832"/>
            <a:ext cx="32552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FD1C5"/>
                </a:solidFill>
                <a:latin typeface="Calibri"/>
              </a:rPr>
              <a:t>● LIVE  </a:t>
            </a:r>
            <a:r>
              <a:rPr sz="950" b="0">
                <a:solidFill>
                  <a:srgbClr val="C7F0EB"/>
                </a:solidFill>
                <a:latin typeface="Calibri"/>
              </a:rPr>
              <a:t>Observed at marathon 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86200"/>
            <a:ext cx="5669280" cy="214884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86200"/>
            <a:ext cx="82296" cy="214884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032504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FD1C5"/>
                </a:solidFill>
                <a:latin typeface="Calibri"/>
              </a:rPr>
              <a:t>A4  </a:t>
            </a:r>
            <a:r>
              <a:rPr sz="1450" b="1">
                <a:solidFill>
                  <a:srgbClr val="E8EDF6"/>
                </a:solidFill>
                <a:latin typeface="Calibri"/>
              </a:rPr>
              <a:t>CMS heartbeat drop → false NotFound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489704"/>
            <a:ext cx="5212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7BD"/>
                </a:solidFill>
                <a:latin typeface="Calibri"/>
              </a:rPr>
              <a:t>A cmsd management link drops transiently under load while the data plane still serves bytes. Stock treats the node as gone and returns [3011] file not found for a file that is on disk.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55955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FD1C5"/>
                </a:solidFill>
                <a:latin typeface="Calibri"/>
              </a:rPr>
              <a:t>● LIVE  </a:t>
            </a:r>
            <a:r>
              <a:rPr sz="950" b="0">
                <a:solidFill>
                  <a:srgbClr val="C7F0EB"/>
                </a:solidFill>
                <a:latin typeface="Calibri"/>
              </a:rPr>
              <a:t>Deterministic: kill cmsd, data server 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2512" y="3886200"/>
            <a:ext cx="5669280" cy="214884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82512" y="3886200"/>
            <a:ext cx="82296" cy="214884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0256" y="4032504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FD1C5"/>
                </a:solidFill>
                <a:latin typeface="Calibri"/>
              </a:rPr>
              <a:t>A5  </a:t>
            </a:r>
            <a:r>
              <a:rPr sz="1450" b="1">
                <a:solidFill>
                  <a:srgbClr val="E8EDF6"/>
                </a:solidFill>
                <a:latin typeface="Calibri"/>
              </a:rPr>
              <a:t>XrdHttp accepts non-conformant X.509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0256" y="4489704"/>
            <a:ext cx="5212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7BD"/>
                </a:solidFill>
                <a:latin typeface="Calibri"/>
              </a:rPr>
              <a:t>Stock XrdHttp accepts out-of-namespace, wrong-CA-policy and CRL-revoked certs the WLCG/IGTF profile says to reject. TLS layer does no GSI/signing_policy verification at all.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0256" y="555955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4FD1C5"/>
                </a:solidFill>
                <a:latin typeface="Calibri"/>
              </a:rPr>
              <a:t>● LIVE  </a:t>
            </a:r>
            <a:r>
              <a:rPr sz="950" b="0">
                <a:solidFill>
                  <a:srgbClr val="C7F0EB"/>
                </a:solidFill>
                <a:latin typeface="Calibri"/>
              </a:rPr>
              <a:t>Differential + XRootD v6.1.0 source 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7BD"/>
                </a:solidFill>
                <a:latin typeface="Calibri"/>
              </a:rPr>
              <a:t>5 defects observed live — 2× XrdCl client, 2× server / CMS control plane, 1× XrdHttp security.  Ref: docs/11-architecture/reliability-under-load.md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B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B34A"/>
                </a:solidFill>
                <a:latin typeface="Calibri"/>
              </a:rPr>
              <a:t>UPSTREAM XROOTD — DEVELOPMENT FINDINGS  | 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DF6"/>
                </a:solidFill>
                <a:latin typeface="Calibri"/>
              </a:rPr>
              <a:t>Spec ambiguities &amp; upstream quirks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669280" cy="2286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82296" cy="2286000"/>
          </a:xfrm>
          <a:prstGeom prst="rect">
            <a:avLst/>
          </a:prstGeom>
          <a:solidFill>
            <a:srgbClr val="F5B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00784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B34A"/>
                </a:solidFill>
                <a:latin typeface="Calibri"/>
              </a:rPr>
              <a:t>B1  </a:t>
            </a:r>
            <a:r>
              <a:rPr sz="1450" b="1">
                <a:solidFill>
                  <a:srgbClr val="E8EDF6"/>
                </a:solidFill>
                <a:latin typeface="Calibri"/>
              </a:rPr>
              <a:t>Undocumented root:// wire behaviours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21408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7BD"/>
                </a:solidFill>
                <a:latin typeface="Calibri"/>
              </a:rPr>
              <a:t>Behaviours the official spec never describes: kXR_mv uses an ASCII-space separator (not NUL); real clients put one trailing NUL inside the path dlen; v5 sends handshake + kXR_protocol as one 44-byte segment; kXR_new|kXR_delete means overwrite.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419856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5B34A"/>
                </a:solidFill>
                <a:latin typeface="Calibri"/>
              </a:rPr>
              <a:t>◆ </a:t>
            </a:r>
            <a:r>
              <a:rPr sz="950" b="0">
                <a:solidFill>
                  <a:srgbClr val="C7F0EB"/>
                </a:solidFill>
                <a:latin typeface="Calibri"/>
              </a:rPr>
              <a:t>Reverse-engineered from C++ + live clients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554480"/>
            <a:ext cx="5669280" cy="2286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2512" y="1554480"/>
            <a:ext cx="82296" cy="2286000"/>
          </a:xfrm>
          <a:prstGeom prst="rect">
            <a:avLst/>
          </a:prstGeom>
          <a:solidFill>
            <a:srgbClr val="F5B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6" y="1700784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B34A"/>
                </a:solidFill>
                <a:latin typeface="Calibri"/>
              </a:rPr>
              <a:t>B2  </a:t>
            </a:r>
            <a:r>
              <a:rPr sz="1450" b="1">
                <a:solidFill>
                  <a:srgbClr val="E8EDF6"/>
                </a:solidFill>
                <a:latin typeface="Calibri"/>
              </a:rPr>
              <a:t>xrdcp misleading 'key values mismatch'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0256" y="2121408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7BD"/>
                </a:solidFill>
                <a:latin typeface="Calibri"/>
              </a:rPr>
              <a:t>xrdcp prints ossl_x509_check_private_key: key values mismatch when handed an end-entity cert where it wants a proxy — even though the cert/key moduli match. A pure red herring.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419856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5B34A"/>
                </a:solidFill>
                <a:latin typeface="Calibri"/>
              </a:rPr>
              <a:t>◆ </a:t>
            </a:r>
            <a:r>
              <a:rPr sz="950" b="0">
                <a:solidFill>
                  <a:srgbClr val="C7F0EB"/>
                </a:solidFill>
                <a:latin typeface="Calibri"/>
              </a:rPr>
              <a:t>All 3 cert/key MD5s matched (ddc46a…)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3712463" cy="196596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82296" cy="1965960"/>
          </a:xfrm>
          <a:prstGeom prst="rect">
            <a:avLst/>
          </a:prstGeom>
          <a:solidFill>
            <a:srgbClr val="F5B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169664"/>
            <a:ext cx="32552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B34A"/>
                </a:solidFill>
                <a:latin typeface="Calibri"/>
              </a:rPr>
              <a:t>B3  </a:t>
            </a:r>
            <a:r>
              <a:rPr sz="1450" b="1">
                <a:solidFill>
                  <a:srgbClr val="E8EDF6"/>
                </a:solidFill>
                <a:latin typeface="Calibri"/>
              </a:rPr>
              <a:t>mkdir 'idempotency'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590288"/>
            <a:ext cx="3255263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7BD"/>
                </a:solidFill>
                <a:latin typeface="Calibri"/>
              </a:rPr>
              <a:t>Stock returns rc=0 for a dir it created earlier in-process, but kXR_ItExists (3018) for a pre-existing on-disk dir. An XrdOss namespace-cache artifact, not a wire contract.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5568696"/>
            <a:ext cx="32552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5B34A"/>
                </a:solidFill>
                <a:latin typeface="Calibri"/>
              </a:rPr>
              <a:t>◆ </a:t>
            </a:r>
            <a:r>
              <a:rPr sz="950" b="0">
                <a:solidFill>
                  <a:srgbClr val="C7F0EB"/>
                </a:solidFill>
                <a:latin typeface="Calibri"/>
              </a:rPr>
              <a:t>Judged non-bug; not copied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25695" y="4023360"/>
            <a:ext cx="3712463" cy="196596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25695" y="4023360"/>
            <a:ext cx="82296" cy="1965960"/>
          </a:xfrm>
          <a:prstGeom prst="rect">
            <a:avLst/>
          </a:prstGeom>
          <a:solidFill>
            <a:srgbClr val="F5B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4169664"/>
            <a:ext cx="32552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B34A"/>
                </a:solidFill>
                <a:latin typeface="Calibri"/>
              </a:rPr>
              <a:t>B4  </a:t>
            </a:r>
            <a:r>
              <a:rPr sz="1450" b="1">
                <a:solidFill>
                  <a:srgbClr val="E8EDF6"/>
                </a:solidFill>
                <a:latin typeface="Calibri"/>
              </a:rPr>
              <a:t>xrdgsiproxy info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4590288"/>
            <a:ext cx="3255263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7BD"/>
                </a:solidFill>
                <a:latin typeface="Calibri"/>
              </a:rPr>
              <a:t>The stock tool ignores X509_USER_PROXY. This project honours it — the more useful behaviour — and records the stock behaviour as a quirk, a deliberate divergence.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5568696"/>
            <a:ext cx="32552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5B34A"/>
                </a:solidFill>
                <a:latin typeface="Calibri"/>
              </a:rPr>
              <a:t>◆ </a:t>
            </a:r>
            <a:r>
              <a:rPr sz="950" b="0">
                <a:solidFill>
                  <a:srgbClr val="C7F0EB"/>
                </a:solidFill>
                <a:latin typeface="Calibri"/>
              </a:rPr>
              <a:t>Deliberate divergence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02750" y="4023360"/>
            <a:ext cx="3712463" cy="196596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02750" y="4023360"/>
            <a:ext cx="82296" cy="1965960"/>
          </a:xfrm>
          <a:prstGeom prst="rect">
            <a:avLst/>
          </a:prstGeom>
          <a:solidFill>
            <a:srgbClr val="F5B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0494" y="4169664"/>
            <a:ext cx="32552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B34A"/>
                </a:solidFill>
                <a:latin typeface="Calibri"/>
              </a:rPr>
              <a:t>B5  </a:t>
            </a:r>
            <a:r>
              <a:rPr sz="1450" b="1">
                <a:solidFill>
                  <a:srgbClr val="E8EDF6"/>
                </a:solidFill>
                <a:latin typeface="Calibri"/>
              </a:rPr>
              <a:t>POSC disconnect handling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4" y="4590288"/>
            <a:ext cx="3255263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7BD"/>
                </a:solidFill>
                <a:latin typeface="Calibri"/>
              </a:rPr>
              <a:t>On disconnect with an un-closed partial, stock keeps it pending a reconnect window; this module removes it immediately. A defensible semantic difference, left as a documented xfail.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0494" y="5568696"/>
            <a:ext cx="32552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5B34A"/>
                </a:solidFill>
                <a:latin typeface="Calibri"/>
              </a:rPr>
              <a:t>◆ </a:t>
            </a:r>
            <a:r>
              <a:rPr sz="950" b="0">
                <a:solidFill>
                  <a:srgbClr val="C7F0EB"/>
                </a:solidFill>
                <a:latin typeface="Calibri"/>
              </a:rPr>
              <a:t>Defensible difference, not a bug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7BD"/>
                </a:solidFill>
                <a:latin typeface="Calibri"/>
              </a:rPr>
              <a:t>Quirks: the reference is self-consistent; the spec text (or a tool) is the awkward part.  Ref: docs/10-reference/protocol-notes.md · quirks.md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